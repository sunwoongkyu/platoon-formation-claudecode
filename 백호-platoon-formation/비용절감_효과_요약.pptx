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Platoon Formation — 이중 비용 절감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Malgun Gothic"/>
              </a:defRPr>
            </a:pPr>
            <a:r>
              <a:t>군 소대 편제를 응용한 AI 에이전트 비용 최적화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Malgun Gothic"/>
              </a:defRPr>
            </a:pPr>
            <a:r>
              <a:t>종래 방식: 평면(Flat)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Malgun Gothic"/>
              </a:defRPr>
            </a:pPr>
            <a:r>
              <a:t>42개 에이전트가 서로 전부 통신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4572000" cy="640080"/>
          </a:xfrm>
          <a:prstGeom prst="roundRect">
            <a:avLst>
              <a:gd name="adj" fmla="val 5000"/>
            </a:avLst>
          </a:prstGeom>
          <a:solidFill>
            <a:srgbClr val="2A0A0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  <a:latin typeface="Malgun Gothic"/>
              </a:defRPr>
            </a:pPr>
            <a:r>
              <a:t>통신 경로  =  42 × 41 / 2  =  861개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4572000" cy="640080"/>
          </a:xfrm>
          <a:prstGeom prst="roundRect">
            <a:avLst>
              <a:gd name="adj" fmla="val 5000"/>
            </a:avLst>
          </a:prstGeom>
          <a:solidFill>
            <a:srgbClr val="2A0A0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  <a:latin typeface="Malgun Gothic"/>
              </a:defRPr>
            </a:pPr>
            <a:r>
              <a:t>42개 전원 고급 모델(Opus)  =  비용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Malgun Gothic"/>
              </a:defRPr>
            </a:pPr>
            <a:r>
              <a:t>• 에이전트 수 증가 → 통신 경로 O(n²) 폭증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D1D5DB"/>
                </a:solidFill>
                <a:latin typeface="Malgun Gothic"/>
              </a:defRPr>
            </a:pPr>
            <a:r>
              <a:t>• 역할 구분 없음 → 전원 고급 모델 필수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D1D5DB"/>
                </a:solidFill>
                <a:latin typeface="Malgun Gothic"/>
              </a:defRPr>
            </a:pPr>
            <a:r>
              <a:t>• 420개(10팀)이면 통신 경로 87,990개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D1D5DB"/>
                </a:solidFill>
                <a:latin typeface="Malgun Gothic"/>
              </a:defRPr>
            </a:pPr>
            <a:r>
              <a:t>• 비용 사전 예측 불가능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459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Malgun Gothic"/>
              </a:defRPr>
            </a:pPr>
            <a:r>
              <a:t>소대 편제: 계층(Hierarchy)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Malgun Gothic"/>
              </a:defRPr>
            </a:pPr>
            <a:r>
              <a:t>소대장 → 분대장 → 분대원 (3계층 지휘 체계)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834640"/>
            <a:ext cx="4572000" cy="640080"/>
          </a:xfrm>
          <a:prstGeom prst="roundRect">
            <a:avLst>
              <a:gd name="adj" fmla="val 5000"/>
            </a:avLst>
          </a:prstGeom>
          <a:solidFill>
            <a:srgbClr val="052E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8529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제1 절감 — 통신 경로 감소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12724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861개 → 45개  (94.8% 감소)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657600"/>
            <a:ext cx="4572000" cy="640080"/>
          </a:xfrm>
          <a:prstGeom prst="roundRect">
            <a:avLst>
              <a:gd name="adj" fmla="val 5000"/>
            </a:avLst>
          </a:prstGeom>
          <a:solidFill>
            <a:srgbClr val="052E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67588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제2 절감 — 모델 등급 차등 배치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9502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비용 100% → 5.3%  (94.7% 감소)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572000"/>
            <a:ext cx="4572000" cy="822960"/>
          </a:xfrm>
          <a:prstGeom prst="roundRect">
            <a:avLst>
              <a:gd name="adj" fmla="val 5000"/>
            </a:avLst>
          </a:prstGeom>
          <a:solidFill>
            <a:srgbClr val="1E0A3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46177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Malgun Gothic"/>
              </a:defRPr>
            </a:pPr>
            <a:r>
              <a:t>이중 결합 (곱셈적)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8920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통신량 절감 × 단가 절감 = 합산 초과 절감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577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Malgun Gothic"/>
              </a:defRPr>
            </a:pPr>
            <a:r>
              <a:t>• 통신량이 줄고, 줄어든 통신을 싼 모델로 처리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D1D5DB"/>
                </a:solidFill>
                <a:latin typeface="Malgun Gothic"/>
              </a:defRPr>
            </a:pPr>
            <a:r>
              <a:t>• 두 절감이 곱해져서 비용이 급감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이중 비용 절감 — 상세 메커니즘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Malgun Gothic"/>
              </a:defRPr>
            </a:pPr>
            <a:r>
              <a:t>제1 절감 — 통신 구조에 의한 절감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Malgun Gothic"/>
              </a:defRPr>
            </a:pPr>
            <a:r>
              <a:t>분대원은 자기 분대장하고만 통신한다.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D1D5DB"/>
                </a:solidFill>
                <a:latin typeface="Malgun Gothic"/>
              </a:defRPr>
            </a:pPr>
            <a:r>
              <a:t>분대장은 소대장하고만 통신한다.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D1D5DB"/>
                </a:solidFill>
                <a:latin typeface="Malgun Gothic"/>
              </a:defRPr>
            </a:pPr>
            <a:r>
              <a:t>다른 분대 사람한테 직접 말 걸 일이 없다.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D1D5DB"/>
                </a:solidFill>
                <a:latin typeface="Malgun Gothic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→ O(n²)가 O(n)으로 바뀐다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4754880" cy="41148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186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2186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평면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2186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소대 편제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11880"/>
            <a:ext cx="4754880" cy="411480"/>
          </a:xfrm>
          <a:prstGeom prst="roundRect">
            <a:avLst>
              <a:gd name="adj" fmla="val 5000"/>
            </a:avLst>
          </a:prstGeom>
          <a:solidFill>
            <a:srgbClr val="15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30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Malgun Gothic"/>
              </a:defRPr>
            </a:pPr>
            <a:r>
              <a:t>통신 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630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Malgun Gothic"/>
              </a:defRPr>
            </a:pPr>
            <a:r>
              <a:t>861개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630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t>45개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23360"/>
            <a:ext cx="4754880" cy="41148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41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Malgun Gothic"/>
              </a:defRPr>
            </a:pPr>
            <a:r>
              <a:t>복잡도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041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Malgun Gothic"/>
              </a:defRPr>
            </a:pPr>
            <a:r>
              <a:t>O(n²)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041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t>O(n)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434840"/>
            <a:ext cx="4754880" cy="411480"/>
          </a:xfrm>
          <a:prstGeom prst="roundRect">
            <a:avLst>
              <a:gd name="adj" fmla="val 5000"/>
            </a:avLst>
          </a:prstGeom>
          <a:solidFill>
            <a:srgbClr val="15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531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Malgun Gothic"/>
              </a:defRPr>
            </a:pPr>
            <a:r>
              <a:t>감소율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4531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Malgun Gothic"/>
              </a:defRPr>
            </a:pPr>
            <a: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4531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t>94.8%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통신 경로 감소의 연쇄 효과: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D1D5DB"/>
                </a:solidFill>
                <a:latin typeface="Malgun Gothic"/>
              </a:defRPr>
            </a:pPr>
            <a:r>
              <a:t>① 토큰 소비량 비례 감소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D1D5DB"/>
                </a:solidFill>
                <a:latin typeface="Malgun Gothic"/>
              </a:defRPr>
            </a:pPr>
            <a:r>
              <a:t>② API 호출 비용 비례 감소 (종량제)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D1D5DB"/>
                </a:solidFill>
                <a:latin typeface="Malgun Gothic"/>
              </a:defRPr>
            </a:pPr>
            <a:r>
              <a:t>③ 처리 시간 비례 단축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D1D5DB"/>
                </a:solidFill>
                <a:latin typeface="Malgun Gothic"/>
              </a:defRPr>
            </a:pPr>
            <a:r>
              <a:t>④ 컨텍스트 오염 구조적 차단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Malgun Gothic"/>
              </a:defRPr>
            </a:pPr>
            <a:r>
              <a:t>제2 절감 — 동적 모델 등급 배치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1737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Malgun Gothic"/>
              </a:defRPr>
            </a:pPr>
            <a:r>
              <a:t>역할이 명확하니까 계층별로 다른 모델을 쓴다.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D1D5DB"/>
                </a:solidFill>
                <a:latin typeface="Malgun Gothic"/>
              </a:defRPr>
            </a:pPr>
            <a:r>
              <a:t>전략 판단 = 고급, 실무 작업 = 경량.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D1D5DB"/>
                </a:solidFill>
                <a:latin typeface="Malgun Gothic"/>
              </a:defRPr>
            </a:pPr>
            <a:r>
              <a:t>고급 대비 경량 모델 단가 약 1/60.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D1D5DB"/>
                </a:solidFill>
                <a:latin typeface="Malgun Gothic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F59E0B"/>
                </a:solidFill>
                <a:latin typeface="Malgun Gothic"/>
              </a:defRPr>
            </a:pPr>
            <a:r>
              <a:t>→ 동일 작업, 토큰 단가만 급감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3200400"/>
            <a:ext cx="4754880" cy="41148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2186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계층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2186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수량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2186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모델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2186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역할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3611880"/>
            <a:ext cx="4754880" cy="411480"/>
          </a:xfrm>
          <a:prstGeom prst="roundRect">
            <a:avLst>
              <a:gd name="adj" fmla="val 5000"/>
            </a:avLst>
          </a:prstGeom>
          <a:solidFill>
            <a:srgbClr val="15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36301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Malgun Gothic"/>
              </a:defRPr>
            </a:pPr>
            <a:r>
              <a:t>소대장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36301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Malgun Gothic"/>
              </a:defRPr>
            </a:pPr>
            <a:r>
              <a:t>1개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6301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Malgun Gothic"/>
              </a:defRPr>
            </a:pPr>
            <a:r>
              <a:t>Opus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630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Malgun Gothic"/>
              </a:defRPr>
            </a:pPr>
            <a:r>
              <a:t>전략 판단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4023360"/>
            <a:ext cx="4754880" cy="41148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40416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Malgun Gothic"/>
              </a:defRPr>
            </a:pPr>
            <a:r>
              <a:t>분대장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40416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Malgun Gothic"/>
              </a:defRPr>
            </a:pPr>
            <a:r>
              <a:t>3개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0416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Malgun Gothic"/>
              </a:defRPr>
            </a:pPr>
            <a:r>
              <a:t>Sonnet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4041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Malgun Gothic"/>
              </a:defRPr>
            </a:pPr>
            <a:r>
              <a:t>임무 관리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5120" y="4434840"/>
            <a:ext cx="4754880" cy="411480"/>
          </a:xfrm>
          <a:prstGeom prst="roundRect">
            <a:avLst>
              <a:gd name="adj" fmla="val 5000"/>
            </a:avLst>
          </a:prstGeom>
          <a:solidFill>
            <a:srgbClr val="15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44531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Malgun Gothic"/>
              </a:defRPr>
            </a:pPr>
            <a:r>
              <a:t>분대원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44531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Malgun Gothic"/>
              </a:defRPr>
            </a:pPr>
            <a:r>
              <a:t>33개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44531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t>Haiku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44531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Malgun Gothic"/>
              </a:defRPr>
            </a:pPr>
            <a:r>
              <a:t>실무 작업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0" y="5120640"/>
            <a:ext cx="4754880" cy="594360"/>
          </a:xfrm>
          <a:prstGeom prst="roundRect">
            <a:avLst>
              <a:gd name="adj" fmla="val 5000"/>
            </a:avLst>
          </a:prstGeom>
          <a:solidFill>
            <a:srgbClr val="2A15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514807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Malgun Gothic"/>
              </a:defRPr>
            </a:pPr>
            <a:r>
              <a:t>종래: 42개 × 고급 단가 = 비용 100%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59E0B"/>
                </a:solidFill>
                <a:latin typeface="Malgun Gothic"/>
              </a:defRPr>
            </a:pPr>
            <a:r>
              <a:t>소대 편제: 고급1 + 중급3 + 경량33 = 비용 5.3%  →  94.7% 절감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5943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algun Gothic"/>
              </a:defRPr>
            </a:pPr>
            <a:r>
              <a:t>※ 고급 모델 출력 토큰 단가가 경량 대비 약 60배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규모가 커질수록 격차가 벌어진다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Malgun Gothic"/>
              </a:defRPr>
            </a:pPr>
            <a:r>
              <a:t>평면 구조는 O(n²)로 폭증, 소대 편제는 O(n)으로 선형 증가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32004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 w="12700">
            <a:solidFill>
              <a:srgbClr val="30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698480" cy="4572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규모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평면 통신 경로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소대 편제 통신 경로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감소율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600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개선 배수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03120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15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42개 (1소대)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1031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4444"/>
                </a:solidFill>
                <a:latin typeface="Malgun Gothic"/>
              </a:defRPr>
            </a:pPr>
            <a:r>
              <a:t>861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1031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Malgun Gothic"/>
              </a:defRPr>
            </a:pPr>
            <a:r>
              <a:t>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10312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94.8%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1031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Malgun Gothic"/>
              </a:defRPr>
            </a:pPr>
            <a:r>
              <a:t>19배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43200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743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420개 (10소대)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7432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4444"/>
                </a:solidFill>
                <a:latin typeface="Malgun Gothic"/>
              </a:defRPr>
            </a:pPr>
            <a:r>
              <a:t>87,990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7432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Malgun Gothic"/>
              </a:defRPr>
            </a:pPr>
            <a:r>
              <a:t>423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7432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99.5%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7432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Malgun Gothic"/>
              </a:defRPr>
            </a:pPr>
            <a:r>
              <a:t>208배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383279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15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38327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4,200개 (100소대)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38327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4444"/>
                </a:solidFill>
                <a:latin typeface="Malgun Gothic"/>
              </a:defRPr>
            </a:pPr>
            <a:r>
              <a:t>8,817,900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38327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Malgun Gothic"/>
              </a:defRPr>
            </a:pPr>
            <a:r>
              <a:t>4,203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383279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99.95%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38327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Malgun Gothic"/>
              </a:defRPr>
            </a:pPr>
            <a:r>
              <a:t>2,098배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937760"/>
            <a:ext cx="11064240" cy="1554480"/>
          </a:xfrm>
          <a:prstGeom prst="roundRect">
            <a:avLst>
              <a:gd name="adj" fmla="val 5000"/>
            </a:avLst>
          </a:prstGeom>
          <a:solidFill>
            <a:srgbClr val="1E0A3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핵심: 왜 비용이 줄어들 수밖에 없는가?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① 계층을 나눈다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Malgun Gothic"/>
              </a:defRPr>
            </a:pPr>
            <a:r>
              <a:t>통신량 O(n²) → O(n)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5669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7280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Malgun Gothic"/>
              </a:defRPr>
            </a:pPr>
            <a:r>
              <a:t>② 싼 모델로 처리한다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Malgun Gothic"/>
              </a:defRPr>
            </a:pPr>
            <a:r>
              <a:t>토큰 단가 1/60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5669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7280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Malgun Gothic"/>
              </a:defRPr>
            </a:pPr>
            <a:r>
              <a:t>③ 곱해진다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Malgun Gothic"/>
              </a:defRPr>
            </a:pPr>
            <a:r>
              <a:t>합산 초과 절감 달성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